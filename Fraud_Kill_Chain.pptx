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1225296" y="82296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5" name="Rectangle 4"/>
          <p:cNvSpPr/>
          <p:nvPr/>
        </p:nvSpPr>
        <p:spPr>
          <a:xfrm>
            <a:off x="6510528" y="82296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6" name="Rectangle 5"/>
          <p:cNvSpPr/>
          <p:nvPr/>
        </p:nvSpPr>
        <p:spPr>
          <a:xfrm>
            <a:off x="182880" y="117957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7" name="Rectangle 6"/>
          <p:cNvSpPr/>
          <p:nvPr/>
        </p:nvSpPr>
        <p:spPr>
          <a:xfrm>
            <a:off x="1225296"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8" name="Rectangle 7"/>
          <p:cNvSpPr/>
          <p:nvPr/>
        </p:nvSpPr>
        <p:spPr>
          <a:xfrm>
            <a:off x="3867912"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9" name="Rectangle 8"/>
          <p:cNvSpPr/>
          <p:nvPr/>
        </p:nvSpPr>
        <p:spPr>
          <a:xfrm>
            <a:off x="6510528"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0" name="Rectangle 9"/>
          <p:cNvSpPr/>
          <p:nvPr/>
        </p:nvSpPr>
        <p:spPr>
          <a:xfrm>
            <a:off x="9153144"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1" name="Rectangle 10"/>
          <p:cNvSpPr/>
          <p:nvPr/>
        </p:nvSpPr>
        <p:spPr>
          <a:xfrm>
            <a:off x="11795760"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2" name="Rectangle 11"/>
          <p:cNvSpPr/>
          <p:nvPr/>
        </p:nvSpPr>
        <p:spPr>
          <a:xfrm>
            <a:off x="182880" y="1051560"/>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3" name="Rectangle 12"/>
          <p:cNvSpPr/>
          <p:nvPr/>
        </p:nvSpPr>
        <p:spPr>
          <a:xfrm>
            <a:off x="182880" y="2048256"/>
            <a:ext cx="1005840" cy="1051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4" name="Rectangle 13"/>
          <p:cNvSpPr/>
          <p:nvPr/>
        </p:nvSpPr>
        <p:spPr>
          <a:xfrm>
            <a:off x="182880" y="3136392"/>
            <a:ext cx="1005840" cy="2331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5" name="Rectangle 14"/>
          <p:cNvSpPr/>
          <p:nvPr/>
        </p:nvSpPr>
        <p:spPr>
          <a:xfrm>
            <a:off x="182880" y="5504688"/>
            <a:ext cx="1005840" cy="2377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6" name="Rectangle 15"/>
          <p:cNvSpPr/>
          <p:nvPr/>
        </p:nvSpPr>
        <p:spPr>
          <a:xfrm>
            <a:off x="182880" y="7918704"/>
            <a:ext cx="1005840" cy="24231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17" name="Rectangle 16"/>
          <p:cNvSpPr/>
          <p:nvPr/>
        </p:nvSpPr>
        <p:spPr>
          <a:xfrm>
            <a:off x="182880" y="10378440"/>
            <a:ext cx="100584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18" name="Rectangle 17"/>
          <p:cNvSpPr/>
          <p:nvPr/>
        </p:nvSpPr>
        <p:spPr>
          <a:xfrm>
            <a:off x="1225296"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9" name="Rectangle 18"/>
          <p:cNvSpPr/>
          <p:nvPr/>
        </p:nvSpPr>
        <p:spPr>
          <a:xfrm>
            <a:off x="3867912"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0" name="Rectangle 19"/>
          <p:cNvSpPr/>
          <p:nvPr/>
        </p:nvSpPr>
        <p:spPr>
          <a:xfrm>
            <a:off x="6510528"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1" name="Rectangle 20"/>
          <p:cNvSpPr/>
          <p:nvPr/>
        </p:nvSpPr>
        <p:spPr>
          <a:xfrm>
            <a:off x="9153144"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11795760"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1225296"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3867912"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6510528"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9153144"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11795760"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1225296"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3867912"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6510528"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9153144"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11795760"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1225296"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3867912"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6510528"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9153144"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11795760"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1225296"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3867912"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6510528"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9153144"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11795760"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1225296"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3867912"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6510528"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9153144"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11795760"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1316736" y="1188719"/>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49" name="Rectangle 48"/>
          <p:cNvSpPr/>
          <p:nvPr/>
        </p:nvSpPr>
        <p:spPr>
          <a:xfrm>
            <a:off x="3959352" y="1188719"/>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0" name="TextBox 49"/>
          <p:cNvSpPr txBox="1"/>
          <p:nvPr/>
        </p:nvSpPr>
        <p:spPr>
          <a:xfrm>
            <a:off x="3959352" y="1554480"/>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1" name="Rectangle 50"/>
          <p:cNvSpPr/>
          <p:nvPr/>
        </p:nvSpPr>
        <p:spPr>
          <a:xfrm>
            <a:off x="3959352" y="21214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2" name="Rectangle 51"/>
          <p:cNvSpPr/>
          <p:nvPr/>
        </p:nvSpPr>
        <p:spPr>
          <a:xfrm>
            <a:off x="6601968" y="21214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3" name="TextBox 52"/>
          <p:cNvSpPr txBox="1"/>
          <p:nvPr/>
        </p:nvSpPr>
        <p:spPr>
          <a:xfrm>
            <a:off x="6601968" y="25054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4" name="Rectangle 53"/>
          <p:cNvSpPr/>
          <p:nvPr/>
        </p:nvSpPr>
        <p:spPr>
          <a:xfrm>
            <a:off x="3959352" y="318211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5" name="TextBox 54"/>
          <p:cNvSpPr txBox="1"/>
          <p:nvPr/>
        </p:nvSpPr>
        <p:spPr>
          <a:xfrm>
            <a:off x="3959352" y="384962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6" name="Diamond 55"/>
          <p:cNvSpPr/>
          <p:nvPr/>
        </p:nvSpPr>
        <p:spPr>
          <a:xfrm>
            <a:off x="4507992" y="403250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57" name="Rectangle 56"/>
          <p:cNvSpPr/>
          <p:nvPr/>
        </p:nvSpPr>
        <p:spPr>
          <a:xfrm>
            <a:off x="3959352" y="452628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58" name="Rectangle 57"/>
          <p:cNvSpPr/>
          <p:nvPr/>
        </p:nvSpPr>
        <p:spPr>
          <a:xfrm>
            <a:off x="3959352" y="49286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59" name="Rectangle 58"/>
          <p:cNvSpPr/>
          <p:nvPr/>
        </p:nvSpPr>
        <p:spPr>
          <a:xfrm>
            <a:off x="3959352" y="51480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0" name="Rectangle 59"/>
          <p:cNvSpPr/>
          <p:nvPr/>
        </p:nvSpPr>
        <p:spPr>
          <a:xfrm>
            <a:off x="3959352" y="53035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1" name="Rectangle 60"/>
          <p:cNvSpPr/>
          <p:nvPr/>
        </p:nvSpPr>
        <p:spPr>
          <a:xfrm>
            <a:off x="6601968" y="452628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2" name="Rectangle 61"/>
          <p:cNvSpPr/>
          <p:nvPr/>
        </p:nvSpPr>
        <p:spPr>
          <a:xfrm>
            <a:off x="9244584" y="5010912"/>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3" name="Rectangle 62"/>
          <p:cNvSpPr/>
          <p:nvPr/>
        </p:nvSpPr>
        <p:spPr>
          <a:xfrm>
            <a:off x="3959352" y="5550407"/>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64" name="Rectangle 63"/>
          <p:cNvSpPr/>
          <p:nvPr/>
        </p:nvSpPr>
        <p:spPr>
          <a:xfrm>
            <a:off x="3959352" y="6053327"/>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65" name="Rectangle 64"/>
          <p:cNvSpPr/>
          <p:nvPr/>
        </p:nvSpPr>
        <p:spPr>
          <a:xfrm>
            <a:off x="3959352" y="637336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66" name="Rectangle 65"/>
          <p:cNvSpPr/>
          <p:nvPr/>
        </p:nvSpPr>
        <p:spPr>
          <a:xfrm>
            <a:off x="9244584" y="5550407"/>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67" name="Rectangle 66"/>
          <p:cNvSpPr/>
          <p:nvPr/>
        </p:nvSpPr>
        <p:spPr>
          <a:xfrm>
            <a:off x="9244584" y="591616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68" name="Rectangle 67"/>
          <p:cNvSpPr/>
          <p:nvPr/>
        </p:nvSpPr>
        <p:spPr>
          <a:xfrm>
            <a:off x="9244584" y="6281927"/>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69" name="Rectangle 68"/>
          <p:cNvSpPr/>
          <p:nvPr/>
        </p:nvSpPr>
        <p:spPr>
          <a:xfrm>
            <a:off x="9244584" y="6693407"/>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0" name="Rectangle 69"/>
          <p:cNvSpPr/>
          <p:nvPr/>
        </p:nvSpPr>
        <p:spPr>
          <a:xfrm>
            <a:off x="9244584" y="701344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1" name="Rectangle 70"/>
          <p:cNvSpPr/>
          <p:nvPr/>
        </p:nvSpPr>
        <p:spPr>
          <a:xfrm>
            <a:off x="3959352" y="796442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2" name="Rectangle 71"/>
          <p:cNvSpPr/>
          <p:nvPr/>
        </p:nvSpPr>
        <p:spPr>
          <a:xfrm>
            <a:off x="3959352" y="837590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3" name="Rectangle 72"/>
          <p:cNvSpPr/>
          <p:nvPr/>
        </p:nvSpPr>
        <p:spPr>
          <a:xfrm>
            <a:off x="3959352" y="863193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74" name="Rectangle 73"/>
          <p:cNvSpPr/>
          <p:nvPr/>
        </p:nvSpPr>
        <p:spPr>
          <a:xfrm>
            <a:off x="3959352" y="895197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75" name="Rectangle 74"/>
          <p:cNvSpPr/>
          <p:nvPr/>
        </p:nvSpPr>
        <p:spPr>
          <a:xfrm>
            <a:off x="3959352" y="942746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76" name="Rectangle 75"/>
          <p:cNvSpPr/>
          <p:nvPr/>
        </p:nvSpPr>
        <p:spPr>
          <a:xfrm>
            <a:off x="6601968" y="796442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77" name="Rectangle 76"/>
          <p:cNvSpPr/>
          <p:nvPr/>
        </p:nvSpPr>
        <p:spPr>
          <a:xfrm>
            <a:off x="11887200" y="837590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78" name="Rectangle 77"/>
          <p:cNvSpPr/>
          <p:nvPr/>
        </p:nvSpPr>
        <p:spPr>
          <a:xfrm>
            <a:off x="11887200" y="872337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79" name="Rectangle 78"/>
          <p:cNvSpPr/>
          <p:nvPr/>
        </p:nvSpPr>
        <p:spPr>
          <a:xfrm>
            <a:off x="3959352" y="1045159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0" name="TextBox 79"/>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