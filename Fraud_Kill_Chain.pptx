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148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4589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77358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0584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Diamond 59"/>
          <p:cNvSpPr/>
          <p:nvPr/>
        </p:nvSpPr>
        <p:spPr>
          <a:xfrm>
            <a:off x="4507992" y="416966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1" name="Rectangle 60"/>
          <p:cNvSpPr/>
          <p:nvPr/>
        </p:nvSpPr>
        <p:spPr>
          <a:xfrm>
            <a:off x="3959352" y="466344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2" name="Rectangle 61"/>
          <p:cNvSpPr/>
          <p:nvPr/>
        </p:nvSpPr>
        <p:spPr>
          <a:xfrm>
            <a:off x="3959352" y="506577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3" name="Rectangle 62"/>
          <p:cNvSpPr/>
          <p:nvPr/>
        </p:nvSpPr>
        <p:spPr>
          <a:xfrm>
            <a:off x="3959352" y="528523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4" name="Rectangle 63"/>
          <p:cNvSpPr/>
          <p:nvPr/>
        </p:nvSpPr>
        <p:spPr>
          <a:xfrm>
            <a:off x="3959352" y="544068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5" name="Rectangle 64"/>
          <p:cNvSpPr/>
          <p:nvPr/>
        </p:nvSpPr>
        <p:spPr>
          <a:xfrm>
            <a:off x="6601968" y="466344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6" name="Rectangle 65"/>
          <p:cNvSpPr/>
          <p:nvPr/>
        </p:nvSpPr>
        <p:spPr>
          <a:xfrm>
            <a:off x="9244584" y="514807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7" name="Rectangle 66"/>
          <p:cNvSpPr/>
          <p:nvPr/>
        </p:nvSpPr>
        <p:spPr>
          <a:xfrm>
            <a:off x="3959352" y="55046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8" name="Rectangle 67"/>
          <p:cNvSpPr/>
          <p:nvPr/>
        </p:nvSpPr>
        <p:spPr>
          <a:xfrm>
            <a:off x="3959352" y="60076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9" name="Rectangle 68"/>
          <p:cNvSpPr/>
          <p:nvPr/>
        </p:nvSpPr>
        <p:spPr>
          <a:xfrm>
            <a:off x="3959352" y="63276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0" name="Rectangle 69"/>
          <p:cNvSpPr/>
          <p:nvPr/>
        </p:nvSpPr>
        <p:spPr>
          <a:xfrm>
            <a:off x="9244584" y="55046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1" name="Rectangle 70"/>
          <p:cNvSpPr/>
          <p:nvPr/>
        </p:nvSpPr>
        <p:spPr>
          <a:xfrm>
            <a:off x="9244584" y="58704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2" name="Rectangle 71"/>
          <p:cNvSpPr/>
          <p:nvPr/>
        </p:nvSpPr>
        <p:spPr>
          <a:xfrm>
            <a:off x="9244584" y="62362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3" name="Rectangle 72"/>
          <p:cNvSpPr/>
          <p:nvPr/>
        </p:nvSpPr>
        <p:spPr>
          <a:xfrm>
            <a:off x="9244584" y="66476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4" name="Rectangle 73"/>
          <p:cNvSpPr/>
          <p:nvPr/>
        </p:nvSpPr>
        <p:spPr>
          <a:xfrm>
            <a:off x="9244584" y="69677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5" name="Rectangle 74"/>
          <p:cNvSpPr/>
          <p:nvPr/>
        </p:nvSpPr>
        <p:spPr>
          <a:xfrm>
            <a:off x="3959352" y="77815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6" name="Rectangle 75"/>
          <p:cNvSpPr/>
          <p:nvPr/>
        </p:nvSpPr>
        <p:spPr>
          <a:xfrm>
            <a:off x="3959352" y="81930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7" name="Rectangle 76"/>
          <p:cNvSpPr/>
          <p:nvPr/>
        </p:nvSpPr>
        <p:spPr>
          <a:xfrm>
            <a:off x="3959352" y="84490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8" name="Rectangle 77"/>
          <p:cNvSpPr/>
          <p:nvPr/>
        </p:nvSpPr>
        <p:spPr>
          <a:xfrm>
            <a:off x="3959352" y="87690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9" name="Rectangle 78"/>
          <p:cNvSpPr/>
          <p:nvPr/>
        </p:nvSpPr>
        <p:spPr>
          <a:xfrm>
            <a:off x="3959352" y="92445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0" name="Rectangle 79"/>
          <p:cNvSpPr/>
          <p:nvPr/>
        </p:nvSpPr>
        <p:spPr>
          <a:xfrm>
            <a:off x="6601968" y="77815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1" name="Rectangle 80"/>
          <p:cNvSpPr/>
          <p:nvPr/>
        </p:nvSpPr>
        <p:spPr>
          <a:xfrm>
            <a:off x="11887200" y="81930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2" name="Rectangle 81"/>
          <p:cNvSpPr/>
          <p:nvPr/>
        </p:nvSpPr>
        <p:spPr>
          <a:xfrm>
            <a:off x="11887200" y="85404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3" name="Rectangle 82"/>
          <p:cNvSpPr/>
          <p:nvPr/>
        </p:nvSpPr>
        <p:spPr>
          <a:xfrm>
            <a:off x="3959352" y="101315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4" name="TextBox 8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